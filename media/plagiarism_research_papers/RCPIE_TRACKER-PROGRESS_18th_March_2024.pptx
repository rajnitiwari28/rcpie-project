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B2080-E52A-4B4F-94EA-69BA3B23E79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54DBF-D9F5-478A-890F-7060CC13B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3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IN" altLang="en-US" dirty="0"/>
          </a:p>
        </p:txBody>
      </p:sp>
      <p:sp>
        <p:nvSpPr>
          <p:cNvPr id="2765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IN" altLang="en-US" sz="1200" dirty="0">
                <a:latin typeface="Calibri" panose="020F0502020204030204" pitchFamily="34" charset="0"/>
              </a:rPr>
              <a:pPr lvl="0" algn="r" eaLnBrk="1" hangingPunct="1"/>
              <a:t>1</a:t>
            </a:fld>
            <a:endParaRPr lang="en-I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118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BDF9-96DA-5F86-AF96-BB4C528CC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F20C4-C624-494E-BE17-E35A09793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EE78F-95F8-1887-5D8C-D8EFBE5D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56321-8282-0E37-C731-585DC774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0B09C-96DA-3632-8D1F-F2181802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8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E971-B7A8-93B7-DCA0-AEF3AA16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3DC7A-5FF3-394F-26E2-3D0FE483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61D0-DA7E-C2BF-90E2-06043B23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BC098-7065-D46B-335C-A37EF524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48B69-BD26-2E22-AD53-5019CBFA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5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96D9-FF8D-C8E5-3BD6-950C653B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EE50C-3F0D-BF08-E87A-4EE953729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94530-5974-2135-9CB6-314AC7D5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5FB0-C828-21FE-1CE3-8930690F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76077-172A-21BF-B05F-F8746AFA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0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8503-6483-D4AB-1198-8C357CF7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B812-174D-D5AB-17E3-C530725EB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16439-6422-5526-2445-5FD98003C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1A3FD-16E1-C95E-FB58-7E743042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B233A-EF2E-0396-C643-4EEE6F80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45DAC-5410-240A-21F7-AC395F3A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01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EA43-B915-B5E5-F744-34DDCC7D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F034F-5475-A8BE-0013-FF685DC8A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7A0BC-3498-B5F1-74C4-2BBE7CE63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05509-9823-01F6-76CF-B132F9E79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070A2-9F38-552B-91E0-DE8327F39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77235-E705-BDA9-2F0A-3AC4527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360D0-5647-E97D-AE03-C445421E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8243A-BC6E-9D98-004F-C725BA1F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4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2D50-7E29-0028-729E-B08626EB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DE100-7F93-EFC3-14EC-9FE9039B0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5245D-77B2-6C49-FDBA-DBD67195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B53F4-360E-E0A9-B276-2AEF8DAA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4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2E6D9-5526-D466-7FD7-9EBE2AD0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4AEB2-78D5-FACD-CD68-45C21736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09322-1172-C128-E08B-87D82828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22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0808-504F-0A1D-221F-C58594660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926F-8834-7980-4AF4-F6E081F17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BFAFA-7D06-B2D7-C3F8-A5702176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6BBC-404B-C8EB-58D4-587EAAF7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46728-53B6-CC06-E014-054860D7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7EB43-5C06-78AC-8799-A0236275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6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A23D-246D-1FDB-4CC1-07367B6E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2396B-4BFE-F042-78F5-A46FEDF62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00EC5-22FA-7A7C-9099-D738A0E11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01C23-0BF2-9D75-1B50-21916E93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9633D-7CBC-97FC-0533-5249EFD0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52165-57AC-D6CE-ACAF-27F00D93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4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5E52-CD31-78E4-F618-5D7062B8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FFCE3-3185-55C0-2A12-4045CB2A8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598EC-99E7-6AE3-BD39-DF4A34D3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077A-2624-B346-1D17-96BFDFBB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7A580-2B56-CABE-09D8-5BD76453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3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CC3DA-C158-2774-1588-DF3D70783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ED150-FFD8-7785-5662-4B4D40A5C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733B-AC6D-2817-9198-81286DAC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45D98-DDBC-B37A-8645-CDF9A5BA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2177-72D1-E81F-4723-56F1C0AD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54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05EC5-A750-3D34-1B66-56F2373E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0E9E9-5C08-A4A2-8D9A-D16C057AD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43D61-6A36-0609-5ECC-C6AF8C382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A4F79-D0B5-4DB1-A682-D4A32E63288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030E3-08B8-CB10-06D8-64DAD6150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36AE-3AE5-A281-D139-B83208FB4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D5C1D-38F6-4FFE-AFEA-FD94A1F9A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50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>
          <a:xfrm>
            <a:off x="4291013" y="1493838"/>
            <a:ext cx="6943725" cy="1101725"/>
          </a:xfrm>
          <a:ln/>
        </p:spPr>
        <p:txBody>
          <a:bodyPr vert="horz" wrap="square" lIns="91440" tIns="45720" rIns="91440" bIns="45720" anchor="b" anchorCtr="0">
            <a:normAutofit fontScale="90000"/>
          </a:bodyPr>
          <a:lstStyle/>
          <a:p>
            <a:pPr algn="ctr" defTabSz="457200" eaLnBrk="1" hangingPunct="1">
              <a:buClr>
                <a:srgbClr val="000000"/>
              </a:buClr>
              <a:buSzPct val="25000"/>
              <a:buFontTx/>
            </a:pP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br>
              <a:rPr lang="en-US" altLang="en-US" sz="3600" kern="1200" dirty="0">
                <a:latin typeface="+mj-lt"/>
                <a:ea typeface="+mj-ea"/>
                <a:cs typeface="+mj-cs"/>
              </a:rPr>
            </a:br>
            <a:r>
              <a:rPr lang="en-US" altLang="en-US" sz="3600" b="1" dirty="0"/>
              <a:t>RCPIE TRACKER</a:t>
            </a:r>
            <a:endParaRPr lang="en-US" altLang="en-IN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6380" y="2932112"/>
            <a:ext cx="5982970" cy="3125787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  <a:defRPr/>
            </a:pPr>
            <a:r>
              <a:rPr kumimoji="0" lang="en-US" altLang="en-IN" sz="24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Team members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  <a:defRPr/>
            </a:pPr>
            <a:r>
              <a:rPr lang="en-US" altLang="en-IN" sz="1800" dirty="0"/>
              <a:t>SAGARIKA BEHERA</a:t>
            </a:r>
            <a:endParaRPr kumimoji="0" lang="en-US" altLang="en-IN" sz="1800" b="0" i="0" u="none" strike="noStrike" kern="1200" cap="all" spc="0" normalizeH="0" baseline="0" noProof="0" dirty="0" err="1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  <a:p>
            <a:pPr lvl="0" algn="r" eaLnBrk="1" fontAlgn="auto" hangingPunct="1">
              <a:spcAft>
                <a:spcPts val="0"/>
              </a:spcAft>
              <a:defRPr/>
            </a:pPr>
            <a:r>
              <a:rPr lang="en-US" altLang="en-IN" sz="1800" dirty="0"/>
              <a:t>RAJNI TIWARI</a:t>
            </a:r>
          </a:p>
          <a:p>
            <a:pPr lvl="0" algn="r" eaLnBrk="1" fontAlgn="auto" hangingPunct="1">
              <a:spcAft>
                <a:spcPts val="0"/>
              </a:spcAft>
              <a:defRPr/>
            </a:pPr>
            <a:r>
              <a:rPr lang="en-US" altLang="en-IN" sz="1800" dirty="0"/>
              <a:t>DEPARTMENT OF CSE</a:t>
            </a:r>
          </a:p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dirty="0"/>
              <a:t>RCID: </a:t>
            </a:r>
            <a:r>
              <a:rPr lang="en-IN" sz="1800" dirty="0"/>
              <a:t>2023-Dec-CSE-MEP-001</a:t>
            </a:r>
            <a:r>
              <a:rPr lang="en-US" sz="1800" dirty="0"/>
              <a:t> </a:t>
            </a:r>
          </a:p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dirty="0"/>
              <a:t>Date of last presentation</a:t>
            </a:r>
            <a:r>
              <a:rPr lang="en-US" sz="1800"/>
              <a:t>: /</a:t>
            </a:r>
            <a:r>
              <a:rPr lang="en-US" sz="1800" dirty="0"/>
              <a:t>04/2025 </a:t>
            </a:r>
            <a:endParaRPr lang="en-IN" sz="1800" dirty="0"/>
          </a:p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dirty="0"/>
              <a:t> </a:t>
            </a:r>
            <a:endParaRPr lang="en-IN" sz="1800" dirty="0"/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  <a:defRPr/>
            </a:pPr>
            <a:endParaRPr kumimoji="0" lang="en-IN" sz="2400" b="0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604DD-2182-1C11-D736-59ECEAB5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" y="2652713"/>
            <a:ext cx="4206605" cy="2857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DBF0-896F-93AB-9FEA-BFA58E1A6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3365"/>
            <a:ext cx="10515600" cy="767323"/>
          </a:xfrm>
        </p:spPr>
        <p:txBody>
          <a:bodyPr>
            <a:normAutofit/>
          </a:bodyPr>
          <a:lstStyle/>
          <a:p>
            <a:r>
              <a:rPr lang="en-IN" sz="3600" b="1" dirty="0"/>
              <a:t>Reviews from Last Presentation &amp; New updates: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9AC9-132B-8651-6443-5CE07346B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If the author already published in Q1, Q2 journal then only abstract will submit to RC2.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CMRIT citation field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DRC to send two members for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Add domain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Edit option for RC convenor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Notification logic.</a:t>
            </a:r>
          </a:p>
          <a:p>
            <a:pPr marL="0" indent="0">
              <a:buNone/>
            </a:pPr>
            <a:r>
              <a:rPr lang="en-US" dirty="0"/>
              <a:t> New Updates:</a:t>
            </a:r>
          </a:p>
          <a:p>
            <a:pPr marL="514350" indent="-514350">
              <a:buAutoNum type="arabicPeriod"/>
            </a:pPr>
            <a:r>
              <a:rPr lang="en-US" sz="1400" dirty="0"/>
              <a:t>Added new Roll for Research Dean To get I load Patent Approval</a:t>
            </a:r>
          </a:p>
          <a:p>
            <a:pPr marL="514350" indent="-514350">
              <a:buAutoNum type="arabicPeriod"/>
            </a:pPr>
            <a:r>
              <a:rPr lang="en-US" sz="1400" dirty="0"/>
              <a:t>Added communication window</a:t>
            </a:r>
          </a:p>
          <a:p>
            <a:pPr marL="514350" indent="-514350">
              <a:buAutoNum type="arabicPeriod"/>
            </a:pPr>
            <a:r>
              <a:rPr lang="en-US" sz="1400" dirty="0"/>
              <a:t>Filter in send to dept DRC button. (Based on faculty dept)</a:t>
            </a:r>
          </a:p>
          <a:p>
            <a:pPr marL="514350" indent="-514350">
              <a:buAutoNum type="arabicPeriod"/>
            </a:pPr>
            <a:r>
              <a:rPr lang="en-US" sz="1400" dirty="0"/>
              <a:t>Updated send to other dept DRC button(except faculty dept)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65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152</Words>
  <Application>Microsoft Office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 3</vt:lpstr>
      <vt:lpstr>Office Theme</vt:lpstr>
      <vt:lpstr>                                      RCPIE TRACKER</vt:lpstr>
      <vt:lpstr>Reviews from Last Presentation &amp; New updates: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 mishra</dc:creator>
  <cp:lastModifiedBy>Anant mishra</cp:lastModifiedBy>
  <cp:revision>20</cp:revision>
  <dcterms:created xsi:type="dcterms:W3CDTF">2024-03-11T04:23:11Z</dcterms:created>
  <dcterms:modified xsi:type="dcterms:W3CDTF">2025-12-13T07:52:33Z</dcterms:modified>
</cp:coreProperties>
</file>